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85" r:id="rId3"/>
    <p:sldId id="286" r:id="rId4"/>
    <p:sldId id="287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41" autoAdjust="0"/>
    <p:restoredTop sz="94660"/>
  </p:normalViewPr>
  <p:slideViewPr>
    <p:cSldViewPr snapToGrid="0">
      <p:cViewPr varScale="1">
        <p:scale>
          <a:sx n="64" d="100"/>
          <a:sy n="64" d="100"/>
        </p:scale>
        <p:origin x="80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1/6/2024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31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3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25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7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2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9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6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1/6/2024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27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826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9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1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0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2" r:id="rId5"/>
    <p:sldLayoutId id="2147483748" r:id="rId6"/>
    <p:sldLayoutId id="2147483749" r:id="rId7"/>
    <p:sldLayoutId id="2147483739" r:id="rId8"/>
    <p:sldLayoutId id="2147483740" r:id="rId9"/>
    <p:sldLayoutId id="2147483741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.hkbu.edu.hk/~hansyip/comp7780/week07/issue_log.docx" TargetMode="External"/><Relationship Id="rId2" Type="http://schemas.openxmlformats.org/officeDocument/2006/relationships/hyperlink" Target="http://www.comp.hkbu.edu.hk/~hansyip/comp7780/week07/project_timeline_2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omp.hkbu.edu.hk/~hansyip/comp7780/week10/backlog.docx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mp.hkbu.edu.hk/~hansyip/comp7780/week10/user_story_template.doc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3" descr="A picture containing outdoor, kite, colorful, orange&#10;&#10;Description automatically generated">
            <a:extLst>
              <a:ext uri="{FF2B5EF4-FFF2-40B4-BE49-F238E27FC236}">
                <a16:creationId xmlns:a16="http://schemas.microsoft.com/office/drawing/2014/main" id="{0FBF40BD-B57D-42B8-B4BC-1938B6C020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060" b="2018"/>
          <a:stretch/>
        </p:blipFill>
        <p:spPr>
          <a:xfrm>
            <a:off x="-1" y="10"/>
            <a:ext cx="12192000" cy="455102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D17C5-6542-49F6-BC63-B0189151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23" y="4956811"/>
            <a:ext cx="11439414" cy="89743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sz="4400" cap="all" spc="-100" dirty="0">
                <a:solidFill>
                  <a:schemeClr val="tx1"/>
                </a:solidFill>
              </a:rPr>
              <a:t>Agile software development role play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3F2DC-BA66-499A-887C-A390309A3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275" y="5995982"/>
            <a:ext cx="10656310" cy="614368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5100" spc="80" dirty="0"/>
              <a:t>Hans Yip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endParaRPr lang="en-US" spc="80" dirty="0"/>
          </a:p>
        </p:txBody>
      </p:sp>
    </p:spTree>
    <p:extLst>
      <p:ext uri="{BB962C8B-B14F-4D97-AF65-F5344CB8AC3E}">
        <p14:creationId xmlns:p14="http://schemas.microsoft.com/office/powerpoint/2010/main" val="418406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28AF-D822-4E4B-BCC5-F04D22FB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Agile Role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0F6D-E53D-4689-86D2-B7893FE73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Class will be divided into several development teams.</a:t>
            </a:r>
          </a:p>
          <a:p>
            <a:r>
              <a:rPr lang="en-US" sz="3200" dirty="0"/>
              <a:t>Each development team should consist of 4 to 6 students. (Max 8 students per team)</a:t>
            </a:r>
          </a:p>
          <a:p>
            <a:r>
              <a:rPr lang="en-US" sz="3200" dirty="0"/>
              <a:t>From each development team, identify the following roles: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/>
              <a:t>Client (Owner of the product) – Your instructor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/>
              <a:t>Scrum Master(s)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/>
              <a:t>Developer(s)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3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03DD-94FD-4CB0-B34D-98B6B3E0E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Role Description – Scrum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F1B5D-E7C4-45C2-9808-802B09D25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Scrum Master</a:t>
            </a:r>
            <a:r>
              <a:rPr lang="en-US" sz="2400" dirty="0"/>
              <a:t>: is the person who manages a project. </a:t>
            </a:r>
          </a:p>
          <a:p>
            <a:r>
              <a:rPr lang="en-US" sz="2400" dirty="0"/>
              <a:t>This includes leading the planning and the development of all project deliverables. </a:t>
            </a:r>
          </a:p>
          <a:p>
            <a:r>
              <a:rPr lang="en-US" sz="2400" dirty="0"/>
              <a:t>The scrum master is responsible for managing the budget and schedule and all project management procedures (scope management, issues management, risk management, etc.). </a:t>
            </a:r>
          </a:p>
          <a:p>
            <a:r>
              <a:rPr lang="en-US" sz="2400" dirty="0"/>
              <a:t>Scrum master(s) should submit the following documents for assignment #2: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hlinkClick r:id="rId2"/>
              </a:rPr>
              <a:t>Project TimeLine 2</a:t>
            </a:r>
            <a:endParaRPr lang="en-US" sz="2400" dirty="0"/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hlinkClick r:id="rId3"/>
              </a:rPr>
              <a:t>Issue log</a:t>
            </a:r>
            <a:endParaRPr lang="en-US" sz="2400" dirty="0"/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hlinkClick r:id="rId4"/>
              </a:rPr>
              <a:t>Backlog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97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48B9-459C-455D-AADA-0C10FC11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Role Description -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8EEA5-EB99-4CE9-A849-391DF3C30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b="1" dirty="0"/>
              <a:t>Developer</a:t>
            </a:r>
            <a:r>
              <a:rPr lang="en-US" sz="3200" dirty="0"/>
              <a:t>: is responsible for capturing and documenting the requirements from the clients; building the solution; and testing the software. </a:t>
            </a:r>
          </a:p>
          <a:p>
            <a:r>
              <a:rPr lang="en-US" sz="3200" dirty="0"/>
              <a:t>Developer(s) should complete the following for assignment #2: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/>
              <a:t>Design </a:t>
            </a:r>
            <a:r>
              <a:rPr lang="en-US" sz="3200"/>
              <a:t>the software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/>
              <a:t>Coding the software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/>
              <a:t>Testing the software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/>
              <a:t>Complete </a:t>
            </a:r>
            <a:r>
              <a:rPr lang="en-US" sz="3200" dirty="0">
                <a:hlinkClick r:id="rId2"/>
              </a:rPr>
              <a:t>User story document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94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">
      <a:dk1>
        <a:srgbClr val="000000"/>
      </a:dk1>
      <a:lt1>
        <a:srgbClr val="FFFFFF"/>
      </a:lt1>
      <a:dk2>
        <a:srgbClr val="313C22"/>
      </a:dk2>
      <a:lt2>
        <a:srgbClr val="E2E8E8"/>
      </a:lt2>
      <a:accent1>
        <a:srgbClr val="E73129"/>
      </a:accent1>
      <a:accent2>
        <a:srgbClr val="D56E17"/>
      </a:accent2>
      <a:accent3>
        <a:srgbClr val="B6A320"/>
      </a:accent3>
      <a:accent4>
        <a:srgbClr val="82B013"/>
      </a:accent4>
      <a:accent5>
        <a:srgbClr val="4EBB21"/>
      </a:accent5>
      <a:accent6>
        <a:srgbClr val="15BD2A"/>
      </a:accent6>
      <a:hlink>
        <a:srgbClr val="319095"/>
      </a:hlink>
      <a:folHlink>
        <a:srgbClr val="828282"/>
      </a:folHlink>
    </a:clrScheme>
    <a:fontScheme name="Savon">
      <a:majorFont>
        <a:latin typeface="Century Gothic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197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Century Gothic</vt:lpstr>
      <vt:lpstr>Garamond</vt:lpstr>
      <vt:lpstr>Gill Sans MT</vt:lpstr>
      <vt:lpstr>Wingdings</vt:lpstr>
      <vt:lpstr>SavonVTI</vt:lpstr>
      <vt:lpstr>Agile software development role play</vt:lpstr>
      <vt:lpstr>Agile Role Play</vt:lpstr>
      <vt:lpstr>Role Description – Scrum Master</vt:lpstr>
      <vt:lpstr>Role Description - Developer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Ajax Demo</dc:title>
  <dc:creator>Hans Yip</dc:creator>
  <cp:lastModifiedBy>Hans YIP (COM)</cp:lastModifiedBy>
  <cp:revision>24</cp:revision>
  <dcterms:created xsi:type="dcterms:W3CDTF">2019-11-08T14:14:16Z</dcterms:created>
  <dcterms:modified xsi:type="dcterms:W3CDTF">2024-01-06T08:21:22Z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47c9fc-b882-441b-a296-0591a76080ea_Enabled">
    <vt:lpwstr>true</vt:lpwstr>
  </property>
  <property fmtid="{D5CDD505-2E9C-101B-9397-08002B2CF9AE}" pid="3" name="MSIP_Label_bf47c9fc-b882-441b-a296-0591a76080ea_SetDate">
    <vt:lpwstr>2024-01-06T08:21:21Z</vt:lpwstr>
  </property>
  <property fmtid="{D5CDD505-2E9C-101B-9397-08002B2CF9AE}" pid="4" name="MSIP_Label_bf47c9fc-b882-441b-a296-0591a76080ea_Method">
    <vt:lpwstr>Standard</vt:lpwstr>
  </property>
  <property fmtid="{D5CDD505-2E9C-101B-9397-08002B2CF9AE}" pid="5" name="MSIP_Label_bf47c9fc-b882-441b-a296-0591a76080ea_Name">
    <vt:lpwstr>Public</vt:lpwstr>
  </property>
  <property fmtid="{D5CDD505-2E9C-101B-9397-08002B2CF9AE}" pid="6" name="MSIP_Label_bf47c9fc-b882-441b-a296-0591a76080ea_SiteId">
    <vt:lpwstr>a5819553-432c-4f87-aa01-56da11acc555</vt:lpwstr>
  </property>
  <property fmtid="{D5CDD505-2E9C-101B-9397-08002B2CF9AE}" pid="7" name="MSIP_Label_bf47c9fc-b882-441b-a296-0591a76080ea_ActionId">
    <vt:lpwstr>8224d9dc-c6b3-4908-be34-44196c22dbcf</vt:lpwstr>
  </property>
  <property fmtid="{D5CDD505-2E9C-101B-9397-08002B2CF9AE}" pid="8" name="MSIP_Label_bf47c9fc-b882-441b-a296-0591a76080ea_ContentBits">
    <vt:lpwstr>0</vt:lpwstr>
  </property>
</Properties>
</file>